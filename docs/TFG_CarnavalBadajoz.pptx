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5720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4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</a:rPr>
              <a:t>TFG  ·  IES Albarregas  ·  2 DAW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Carnaval de Badajoz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el programa, el mapa y la comunidad carnavalera en un solo lugar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3520440"/>
            <a:ext cx="219456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Galea Anisa  ·  Tutor: fjmera  ·  2025/2026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4434840"/>
            <a:ext cx="1463040" cy="347472"/>
          </a:xfrm>
          <a:prstGeom prst="roundRect">
            <a:avLst>
              <a:gd name="adj" fmla="val 10526"/>
            </a:avLst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4434840"/>
            <a:ext cx="1463040" cy="347472"/>
          </a:xfrm>
          <a:prstGeom prst="roundRect">
            <a:avLst>
              <a:gd name="adj" fmla="val 10526"/>
            </a:avLst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4434840"/>
            <a:ext cx="1463040" cy="347472"/>
          </a:xfrm>
          <a:prstGeom prst="roundRect">
            <a:avLst>
              <a:gd name="adj" fmla="val 10526"/>
            </a:avLst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4434840"/>
            <a:ext cx="1463040" cy="347472"/>
          </a:xfrm>
          <a:prstGeom prst="roundRect">
            <a:avLst>
              <a:gd name="adj" fmla="val 10526"/>
            </a:avLst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0467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Carnaval de Badajoz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Fiesta de Interes Turistico Internacional — y la informacion estaba dispersa.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868680"/>
          </a:xfrm>
          <a:prstGeom prst="rect">
            <a:avLst/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0FF"/>
                </a:solidFill>
              </a:rPr>
              <a:t>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programa unificado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repartidos en PDFs, redes sociales y llamadas telefonicas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57600" cy="868680"/>
          </a:xfrm>
          <a:prstGeom prst="rect">
            <a:avLst/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517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0FF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inexistente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81635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localizacion digital de escenarios ni recorridos de desfiles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657600" cy="868680"/>
          </a:xfrm>
          <a:prstGeom prst="rect">
            <a:avLst/>
          </a:prstGeom>
          <a:solidFill>
            <a:srgbClr val="14142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0FF"/>
                </a:solidFill>
              </a:rPr>
              <a:t>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 cero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38221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aficionado no tenia forma de interactuar, guardar favoritos ni comentar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228600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&gt;&gt;&gt;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1A0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1371600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66360" y="202996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9933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completo con filtros por categoria, dia y escenario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25237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4871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Google Maps y recorridos de desfiles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66360" y="30175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9809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personalizados por usuario autenticado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35112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4747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moderados por administrador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40050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96849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administracion para gestionar eventos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serverless — sin backend tradicional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solidFill>
            <a:srgbClr val="3B82F6">
              <a:alpha val="7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rapida, componentes reactivos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 dark-mode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74136"/>
            <a:ext cx="4572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ES2022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216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 pesado, vanilla + React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solidFill>
            <a:srgbClr val="10B981">
              <a:alpha val="7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 A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691640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691640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0391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login, sesiones JWT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532888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532888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2880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en la nube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374136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374136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37216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Politicas de acceso por rol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4215384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4215384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4288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45628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avatares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solidFill>
            <a:srgbClr val="F59E0B">
              <a:alpha val="7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Y DESPLIEGUE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1691640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1691640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20391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y marcadores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532888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532888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2880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continuo desde GitHub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374136"/>
            <a:ext cx="2743200" cy="749808"/>
          </a:xfrm>
          <a:prstGeom prst="rect">
            <a:avLst/>
          </a:prstGeom>
          <a:solidFill>
            <a:srgbClr val="14142A"/>
          </a:solidFill>
          <a:ln w="381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374136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55080" y="37216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CI/CD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 Supabase — 6 tablas relacionadas con Row Level Security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148840" cy="1554480"/>
          </a:xfrm>
          <a:prstGeom prst="rect">
            <a:avLst/>
          </a:prstGeom>
          <a:solidFill>
            <a:srgbClr val="14142A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148840" cy="3200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14884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21792" y="1371600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371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1618488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6184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214884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65376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186537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" y="211226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/ hora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11226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214884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59152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1792" y="2359152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id_ubicacion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235915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2148840" cy="1307592"/>
          </a:xfrm>
          <a:prstGeom prst="rect">
            <a:avLst/>
          </a:prstGeom>
          <a:solidFill>
            <a:srgbClr val="14142A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91840"/>
            <a:ext cx="2148840" cy="3200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918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214884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1188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" y="3611880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id_ubicacion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361188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1792" y="3858768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91640" y="385876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4105656"/>
            <a:ext cx="214884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105656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91640" y="41056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1792" y="435254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/ longitud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91640" y="435254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0" y="1051560"/>
            <a:ext cx="2194560" cy="1554480"/>
          </a:xfrm>
          <a:prstGeom prst="rect">
            <a:avLst/>
          </a:prstGeom>
          <a:solidFill>
            <a:srgbClr val="14142A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0" y="1051560"/>
            <a:ext cx="219456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1371600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137160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090672" y="137160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id_persona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06240" y="1371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90672" y="161848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/ email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06240" y="16184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0" y="1865376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0672" y="186537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06240" y="186537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admin|usuario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090672" y="211226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06240" y="211226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0" y="2359152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235915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avatar_url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06240" y="235915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257800" y="1051560"/>
            <a:ext cx="2194560" cy="1307592"/>
          </a:xfrm>
          <a:prstGeom prst="rect">
            <a:avLst/>
          </a:prstGeom>
          <a:solidFill>
            <a:srgbClr val="14142A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57800" y="1051560"/>
            <a:ext cx="219456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57800" y="1371600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30952" y="137160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605272" y="137160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id_agrupacion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20840" y="1371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605272" y="161848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20840" y="16184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257800" y="1865376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05272" y="186537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20840" y="186537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605272" y="211226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20840" y="211226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257800" y="2743200"/>
            <a:ext cx="2194560" cy="1307592"/>
          </a:xfrm>
          <a:prstGeom prst="rect">
            <a:avLst/>
          </a:prstGeom>
          <a:solidFill>
            <a:srgbClr val="14142A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257800" y="2743200"/>
            <a:ext cx="219456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257800" y="3063240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30952" y="306324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05272" y="30632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id_participacion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720840" y="306324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330952" y="3310128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05272" y="331012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id_evento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720840" y="331012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257800" y="3557016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30952" y="3557016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05272" y="355701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id_agrupacion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720840" y="355701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605272" y="380390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720840" y="380390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743200" y="3291840"/>
            <a:ext cx="2194560" cy="1307592"/>
          </a:xfrm>
          <a:prstGeom prst="rect">
            <a:avLst/>
          </a:prstGeom>
          <a:solidFill>
            <a:srgbClr val="14142A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2743200" y="3291840"/>
            <a:ext cx="2194560" cy="3200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3464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 / favorito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743200" y="3611880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816352" y="361188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090672" y="361188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id_publicacion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206240" y="361188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816352" y="3858768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090672" y="385876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id_persona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206240" y="385876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743200" y="4105656"/>
            <a:ext cx="2194560" cy="24688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816352" y="4105656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090672" y="410565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id_evento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206240" y="41056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090672" y="4352544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/ tipo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206240" y="435254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48640" y="3291840"/>
            <a:ext cx="0" cy="-822960"/>
          </a:xfrm>
          <a:prstGeom prst="line">
            <a:avLst/>
          </a:prstGeom>
          <a:noFill/>
          <a:ln w="10160">
            <a:solidFill>
              <a:srgbClr val="4B4B6A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3474720" y="2743200"/>
            <a:ext cx="0" cy="548640"/>
          </a:xfrm>
          <a:prstGeom prst="line">
            <a:avLst/>
          </a:prstGeom>
          <a:noFill/>
          <a:ln w="10160">
            <a:solidFill>
              <a:srgbClr val="4B4B6A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2423160" y="2011680"/>
            <a:ext cx="2834640" cy="0"/>
          </a:xfrm>
          <a:prstGeom prst="line">
            <a:avLst/>
          </a:prstGeom>
          <a:noFill/>
          <a:ln w="10160">
            <a:solidFill>
              <a:srgbClr val="4B4B6A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implementado con Supabase Auth + Row Level Security (RLS)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749040"/>
          </a:xfrm>
          <a:prstGeom prst="rect">
            <a:avLst/>
          </a:prstGeom>
          <a:solidFill>
            <a:srgbClr val="14142A"/>
          </a:solidFill>
          <a:ln w="6350">
            <a:solidFill>
              <a:srgbClr val="8B8AA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8B8AAA">
              <a:alpha val="70000"/>
            </a:srgbClr>
          </a:solidFill>
          <a:ln w="12700">
            <a:solidFill>
              <a:srgbClr val="8B8AA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Anonimo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8B8AAA">
              <a:alpha val="50000"/>
            </a:srgbClr>
          </a:solidFill>
          <a:ln w="3810">
            <a:solidFill>
              <a:srgbClr val="8B8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29768" y="1901952"/>
            <a:ext cx="164592" cy="164592"/>
          </a:xfrm>
          <a:prstGeom prst="ellipse">
            <a:avLst/>
          </a:prstGeom>
          <a:solidFill>
            <a:srgbClr val="8B8AAA">
              <a:alpha val="70000"/>
            </a:srgbClr>
          </a:solidFill>
          <a:ln w="12700">
            <a:solidFill>
              <a:srgbClr val="8B8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28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programa completo de eventos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304288"/>
            <a:ext cx="164592" cy="164592"/>
          </a:xfrm>
          <a:prstGeom prst="ellipse">
            <a:avLst/>
          </a:prstGeom>
          <a:solidFill>
            <a:srgbClr val="8B8AAA">
              <a:alpha val="70000"/>
            </a:srgbClr>
          </a:solidFill>
          <a:ln w="12700">
            <a:solidFill>
              <a:srgbClr val="8B8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31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categoria, dia y escenario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706624"/>
            <a:ext cx="164592" cy="164592"/>
          </a:xfrm>
          <a:prstGeom prst="ellipse">
            <a:avLst/>
          </a:prstGeom>
          <a:solidFill>
            <a:srgbClr val="8B8AAA">
              <a:alpha val="70000"/>
            </a:srgbClr>
          </a:solidFill>
          <a:ln w="12700">
            <a:solidFill>
              <a:srgbClr val="8B8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633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mapa interactivo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108960"/>
            <a:ext cx="164592" cy="164592"/>
          </a:xfrm>
          <a:prstGeom prst="ellipse">
            <a:avLst/>
          </a:prstGeom>
          <a:solidFill>
            <a:srgbClr val="8B8AAA">
              <a:alpha val="70000"/>
            </a:srgbClr>
          </a:solidFill>
          <a:ln w="12700">
            <a:solidFill>
              <a:srgbClr val="8B8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resultados COMBA 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75304"/>
            <a:ext cx="2560320" cy="18288"/>
          </a:xfrm>
          <a:prstGeom prst="rect">
            <a:avLst/>
          </a:prstGeom>
          <a:solidFill>
            <a:srgbClr val="8B8AAA">
              <a:alpha val="40000"/>
            </a:srgbClr>
          </a:solidFill>
          <a:ln w="12700">
            <a:solidFill>
              <a:srgbClr val="8B8AA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Favoritos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959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Comentarios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Perfil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188720"/>
            <a:ext cx="2743200" cy="3749040"/>
          </a:xfrm>
          <a:prstGeom prst="rect">
            <a:avLst/>
          </a:prstGeom>
          <a:solidFill>
            <a:srgbClr val="14142A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Registrado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53619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10B981">
              <a:alpha val="5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5361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55848" y="1901952"/>
            <a:ext cx="164592" cy="16459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1828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anonimo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2304288"/>
            <a:ext cx="164592" cy="16459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231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eventos en Favoritos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2706624"/>
            <a:ext cx="164592" cy="16459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2633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 en eventos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3108960"/>
            <a:ext cx="164592" cy="16459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 y avatar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3511296"/>
            <a:ext cx="164592" cy="16459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3438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personalizada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3977640"/>
            <a:ext cx="2560320" cy="18288"/>
          </a:xfrm>
          <a:prstGeom prst="rect">
            <a:avLst/>
          </a:prstGeom>
          <a:solidFill>
            <a:srgbClr val="8B8AAA">
              <a:alpha val="40000"/>
            </a:srgbClr>
          </a:solidFill>
          <a:ln w="12700">
            <a:solidFill>
              <a:srgbClr val="8B8AAA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069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Panel de administracion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1188720"/>
            <a:ext cx="2743200" cy="3749040"/>
          </a:xfrm>
          <a:prstGeom prst="rect">
            <a:avLst/>
          </a:prstGeom>
          <a:solidFill>
            <a:srgbClr val="1A0A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153619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F59E0B">
              <a:alpha val="50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5361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81928" y="1901952"/>
            <a:ext cx="164592" cy="16459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1828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registrado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81928" y="2304288"/>
            <a:ext cx="164592" cy="16459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231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eliminar eventos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81928" y="2706624"/>
            <a:ext cx="164592" cy="16459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9672" y="2633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agrupaciones participantes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81928" y="3108960"/>
            <a:ext cx="164592" cy="16459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9672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Moderar y eliminar comentarios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81928" y="3511296"/>
            <a:ext cx="164592" cy="16459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3438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estadisticas de la plataforma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RLS: Las politicas de Supabase garantizan que cada usuario solo accede a sus propios datos (favoritos, perfil, comentarios)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54864" cy="1920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1704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A855F7">
              <a:alpha val="30000"/>
            </a:srgbClr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Eventos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murgas, comparsas, artefactos y desfiles. Filtros por categoria, dia y escenario. Busqueda en tiempo real.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54864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1704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3B82F6">
              <a:alpha val="30000"/>
            </a:srgbClr>
          </a:solidFill>
          <a:ln w="381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con marcadores para cada escenario. Recorridos del Gran Desfile e Infantil con polylines.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54864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1704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30000"/>
            </a:srgbClr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6792" y="16459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de eventos con un toque. Sincronizacion en Supabase. Solo disponible para usuarios registrados.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6324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32278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30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227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3200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eventos. Gestion de agrupaciones participantes. Moderacion de comentarios.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063240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0712" y="32278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10B981">
              <a:alpha val="3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227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23360" y="3200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0712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social con filtro de palabras prohibidas y moderacion por administrador.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3063240"/>
            <a:ext cx="2743200" cy="1920240"/>
          </a:xfrm>
          <a:prstGeom prst="rect">
            <a:avLst/>
          </a:prstGeom>
          <a:solidFill>
            <a:srgbClr val="14142A"/>
          </a:solidFill>
          <a:ln w="508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3063240"/>
            <a:ext cx="54864" cy="1920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322783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A855F7">
              <a:alpha val="30000"/>
            </a:srgbClr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227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3200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Usuario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36792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 de datos, cambio de avatar. Subida a Supabase Storage. Avatar visible en sidebar y comentarios.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Serverless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se comunica directamente con Supabase. Sin servidor intermedio.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377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37744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371600"/>
            <a:ext cx="2377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Storage + RLS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37744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371600"/>
            <a:ext cx="23774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+ FK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10312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1762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SDK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77840" y="210312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1762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RLS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2560320" cy="822960"/>
          </a:xfrm>
          <a:prstGeom prst="rect">
            <a:avLst/>
          </a:prstGeom>
          <a:solidFill>
            <a:srgbClr val="0F0F1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45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11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913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+ marcadores + rutas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566160"/>
            <a:ext cx="2560320" cy="822960"/>
          </a:xfrm>
          <a:prstGeom prst="rect">
            <a:avLst/>
          </a:prstGeom>
          <a:solidFill>
            <a:srgbClr val="0F0F1E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566160"/>
            <a:ext cx="45720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611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913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automatico desde GitHub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566160"/>
            <a:ext cx="2560320" cy="822960"/>
          </a:xfrm>
          <a:prstGeom prst="rect">
            <a:avLst/>
          </a:prstGeom>
          <a:solidFill>
            <a:srgbClr val="0F0F1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566160"/>
            <a:ext cx="4572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611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913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Avatares de usuarios (bucket avatars)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Mejoras Futuras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solidFill>
            <a:srgbClr val="10B981">
              <a:alpha val="75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escala bien hoy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serverless: sin servidor que mantener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562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gestiona autenticacion, escalado y backups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408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RLS: seguridad a nivel de base de datos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254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CDN: contenido servido globalmente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en servidor: facil replicacion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solidFill>
            <a:srgbClr val="A855F7">
              <a:alpha val="75000"/>
            </a:srgbClr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planeadas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426464"/>
            <a:ext cx="3840480" cy="566928"/>
          </a:xfrm>
          <a:prstGeom prst="roundRect">
            <a:avLst>
              <a:gd name="adj" fmla="val 6452"/>
            </a:avLst>
          </a:prstGeom>
          <a:solidFill>
            <a:srgbClr val="14142A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563624"/>
            <a:ext cx="502920" cy="256032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636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623560" y="1490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7282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antes de que empiece un evento favorito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066544"/>
            <a:ext cx="3840480" cy="566928"/>
          </a:xfrm>
          <a:prstGeom prst="roundRect">
            <a:avLst>
              <a:gd name="adj" fmla="val 6452"/>
            </a:avLst>
          </a:prstGeom>
          <a:solidFill>
            <a:srgbClr val="14142A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203704"/>
            <a:ext cx="502920" cy="256032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2037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623560" y="21305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movil (React Native)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3682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nativo iOS y Android con Expo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706624"/>
            <a:ext cx="3840480" cy="566928"/>
          </a:xfrm>
          <a:prstGeom prst="roundRect">
            <a:avLst>
              <a:gd name="adj" fmla="val 6452"/>
            </a:avLst>
          </a:prstGeom>
          <a:solidFill>
            <a:srgbClr val="14142A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2843784"/>
            <a:ext cx="502920" cy="256032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8437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623560" y="27706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votacion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30083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publico vote en tiempo real su agrupacion favorita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3346704"/>
            <a:ext cx="3840480" cy="566928"/>
          </a:xfrm>
          <a:prstGeom prst="roundRect">
            <a:avLst>
              <a:gd name="adj" fmla="val 6452"/>
            </a:avLst>
          </a:prstGeom>
          <a:solidFill>
            <a:srgbClr val="14142A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483864"/>
            <a:ext cx="502920" cy="256032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4838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623560" y="34107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social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364845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fotos del Carnaval por los usuarios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3986784"/>
            <a:ext cx="3840480" cy="566928"/>
          </a:xfrm>
          <a:prstGeom prst="roundRect">
            <a:avLst>
              <a:gd name="adj" fmla="val 6452"/>
            </a:avLst>
          </a:prstGeom>
          <a:solidFill>
            <a:srgbClr val="14142A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4123944"/>
            <a:ext cx="502920" cy="256032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1239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623560" y="40507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42885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estadisticas de uso para el administrador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o abre la URL para explorar la plataforma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029200" cy="640080"/>
          </a:xfrm>
          <a:prstGeom prst="rect">
            <a:avLst/>
          </a:prstGeom>
          <a:solidFill>
            <a:srgbClr val="14142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tfg-pearl.vercel.app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la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28895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— presentacion del proyecto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64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3227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3566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eventos con filtros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4106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41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39044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y recorrido de desfiles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9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" y="42428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favoritos y comentar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45811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administracion</a:t>
            </a:r>
            <a:endParaRPr lang="en-US" sz="1000" dirty="0"/>
          </a:p>
        </p:txBody>
      </p:sp>
      <p:pic>
        <p:nvPicPr>
          <p:cNvPr id="27" name="Image 0" descr="/mnt/user-data/uploads/TF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097280"/>
            <a:ext cx="2926080" cy="29260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76072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para acceder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Carnaval de Badajoz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43200"/>
            <a:ext cx="1645920" cy="914400"/>
          </a:xfrm>
          <a:prstGeom prst="rect">
            <a:avLst/>
          </a:prstGeom>
          <a:solidFill>
            <a:srgbClr val="14142A"/>
          </a:solidFill>
          <a:ln w="508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743200"/>
            <a:ext cx="1645920" cy="914400"/>
          </a:xfrm>
          <a:prstGeom prst="rect">
            <a:avLst/>
          </a:prstGeom>
          <a:solidFill>
            <a:srgbClr val="14142A"/>
          </a:solidFill>
          <a:ln w="508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1645920" cy="914400"/>
          </a:xfrm>
          <a:prstGeom prst="rect">
            <a:avLst/>
          </a:prstGeom>
          <a:solidFill>
            <a:srgbClr val="14142A"/>
          </a:solidFill>
          <a:ln w="508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2743200"/>
            <a:ext cx="1645920" cy="914400"/>
          </a:xfrm>
          <a:prstGeom prst="rect">
            <a:avLst/>
          </a:prstGeom>
          <a:solidFill>
            <a:srgbClr val="14142A"/>
          </a:solidFill>
          <a:ln w="508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294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Galea Anisa  ·  2 DAW  ·  IES Albarregas  ·  2025/2026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Carnaval de Badajoz - TFG</dc:title>
  <dc:subject>PptxGenJS Presentation</dc:subject>
  <dc:creator>PptxGenJS</dc:creator>
  <cp:lastModifiedBy>PptxGenJS</cp:lastModifiedBy>
  <cp:revision>1</cp:revision>
  <dcterms:created xsi:type="dcterms:W3CDTF">2026-05-27T06:45:16Z</dcterms:created>
  <dcterms:modified xsi:type="dcterms:W3CDTF">2026-05-27T06:45:16Z</dcterms:modified>
</cp:coreProperties>
</file>